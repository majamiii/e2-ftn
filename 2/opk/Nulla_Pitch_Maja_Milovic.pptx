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2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82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A92B-0819-D11D-CB73-B11E19D9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66AD8-AD61-80F5-F2EA-1DE1BAC0C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A8172-729A-0710-2456-F5F3515D1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C5DD0-1E5F-1755-2BE2-84AD49DB6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232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C4DB9-3D27-EABF-5995-7D23B9DB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3F664-A169-FB31-496A-DF44E857A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86713-49CE-3C20-5426-7D6630EBA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9F2DE-BFE8-F25A-780C-27583B4D1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372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14173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62032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PREZENTACIJA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NULLA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Vibration Intelligence</a:t>
            </a:r>
            <a:endParaRPr lang="en-US" sz="1800" i="1" dirty="0"/>
          </a:p>
        </p:txBody>
      </p:sp>
      <p:sp>
        <p:nvSpPr>
          <p:cNvPr id="7" name="Text 5"/>
          <p:cNvSpPr/>
          <p:nvPr/>
        </p:nvSpPr>
        <p:spPr>
          <a:xfrm>
            <a:off x="1412896" y="3246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očuvati maksimalnu preciznost CNC mašina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skupih reinstalacija i nabavke nove opreme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69057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Maja </a:t>
            </a: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Milović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RA69/2024</a:t>
            </a:r>
            <a:b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Osnove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poslovnog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komuniciranja</a:t>
            </a:r>
            <a:b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3.6.2026.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0440" y="595466"/>
            <a:ext cx="2103120" cy="320040"/>
          </a:xfrm>
          <a:prstGeom prst="roundRect">
            <a:avLst>
              <a:gd name="adj" fmla="val 48571"/>
            </a:avLst>
          </a:prstGeom>
          <a:solidFill>
            <a:srgbClr val="162032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20440" y="6131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438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Vaša mašina gubi preciznost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087634"/>
            <a:ext cx="2514600" cy="97155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316234"/>
            <a:ext cx="960120" cy="36576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5339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Mikrovibracije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2087634"/>
            <a:ext cx="2514600" cy="97155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2316234"/>
            <a:ext cx="960120" cy="36576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5339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preciznosti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0760" y="2087634"/>
            <a:ext cx="2514600" cy="971550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2316234"/>
            <a:ext cx="960120" cy="36576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5339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zaštite</a:t>
            </a:r>
            <a:endParaRPr lang="en-US" sz="15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C4A9A70-E36C-2D4C-E85F-7CFCB012AC30}"/>
              </a:ext>
            </a:extLst>
          </p:cNvPr>
          <p:cNvSpPr/>
          <p:nvPr/>
        </p:nvSpPr>
        <p:spPr>
          <a:xfrm>
            <a:off x="914400" y="3381808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00" b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€200.000</a:t>
            </a:r>
            <a:endParaRPr lang="en-US" sz="88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B44B676-521A-FF3F-CC47-A4A6240F8103}"/>
              </a:ext>
            </a:extLst>
          </p:cNvPr>
          <p:cNvSpPr/>
          <p:nvPr/>
        </p:nvSpPr>
        <p:spPr>
          <a:xfrm>
            <a:off x="0" y="438027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vrednost mašine koja ostaje nezaštićena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32004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162032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0" y="320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TRŽIŠTE &amp; POZIV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39183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7440"/>
            <a:ext cx="8391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80.000€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4368"/>
            <a:ext cx="839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postojećih rešenja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39183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69040"/>
            <a:ext cx="8391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Milioni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835968"/>
            <a:ext cx="839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Nezaštićenih mašina u pogonu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39183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07308"/>
            <a:ext cx="8391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 serija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32876" y="4187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povrata investicije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320040"/>
            <a:ext cx="2377440" cy="320040"/>
          </a:xfrm>
          <a:prstGeom prst="roundRect">
            <a:avLst>
              <a:gd name="adj" fmla="val 48571"/>
            </a:avLst>
          </a:prstGeom>
          <a:solidFill>
            <a:srgbClr val="162032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83280" y="320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REŠENJE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Nulla — montaža za nekoliko sati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43000" y="1733967"/>
            <a:ext cx="1371600" cy="1371600"/>
          </a:xfrm>
          <a:prstGeom prst="ellipse">
            <a:avLst/>
          </a:prstGeom>
          <a:solidFill>
            <a:srgbClr val="122040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33967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606040" y="2419767"/>
            <a:ext cx="868680" cy="0"/>
          </a:xfrm>
          <a:prstGeom prst="line">
            <a:avLst/>
          </a:prstGeom>
          <a:noFill/>
          <a:ln w="19050">
            <a:solidFill>
              <a:srgbClr val="2A3F5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324272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Akcelerometri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733967"/>
            <a:ext cx="1371600" cy="1371600"/>
          </a:xfrm>
          <a:prstGeom prst="ellipse">
            <a:avLst/>
          </a:prstGeom>
          <a:solidFill>
            <a:srgbClr val="122040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733967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577840" y="2419767"/>
            <a:ext cx="868680" cy="0"/>
          </a:xfrm>
          <a:prstGeom prst="line">
            <a:avLst/>
          </a:prstGeom>
          <a:noFill/>
          <a:ln w="19050">
            <a:solidFill>
              <a:srgbClr val="2A3F5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931920" y="324272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procesor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1733967"/>
            <a:ext cx="1371600" cy="1371600"/>
          </a:xfrm>
          <a:prstGeom prst="ellipse">
            <a:avLst/>
          </a:prstGeom>
          <a:solidFill>
            <a:srgbClr val="122040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733967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324272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Piezo aktuatori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3000" y="3942833"/>
            <a:ext cx="6949440" cy="347472"/>
          </a:xfrm>
          <a:prstGeom prst="roundRect">
            <a:avLst>
              <a:gd name="adj" fmla="val 50000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42833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zamene opreme  ·  Bez reinstalacije  ·  Greška pozicioniranja pada </a:t>
            </a:r>
            <a:r>
              <a:rPr lang="en-US" sz="1400" b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654A4-0C40-3058-BBB1-8C3C8FE4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2AD5B187-89CD-A263-3B11-F56BA28A4192}"/>
              </a:ext>
            </a:extLst>
          </p:cNvPr>
          <p:cNvSpPr/>
          <p:nvPr/>
        </p:nvSpPr>
        <p:spPr>
          <a:xfrm>
            <a:off x="536841" y="706447"/>
            <a:ext cx="8102764" cy="3931920"/>
          </a:xfrm>
          <a:prstGeom prst="roundRect">
            <a:avLst>
              <a:gd name="adj" fmla="val 3182"/>
            </a:avLst>
          </a:prstGeom>
          <a:solidFill>
            <a:srgbClr val="0A1929"/>
          </a:solidFill>
          <a:ln w="12700">
            <a:solidFill>
              <a:srgbClr val="3B9E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19D2E98-BE72-B45E-CC20-AC3940273711}"/>
              </a:ext>
            </a:extLst>
          </p:cNvPr>
          <p:cNvSpPr/>
          <p:nvPr/>
        </p:nvSpPr>
        <p:spPr>
          <a:xfrm>
            <a:off x="2718338" y="1867147"/>
            <a:ext cx="3821308" cy="223438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7D0037-47A8-82FA-037D-4F32AF02D47C}"/>
              </a:ext>
            </a:extLst>
          </p:cNvPr>
          <p:cNvSpPr/>
          <p:nvPr/>
        </p:nvSpPr>
        <p:spPr>
          <a:xfrm>
            <a:off x="2388395" y="2318817"/>
            <a:ext cx="4367209" cy="1340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Nulla je tu da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promeni.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519D66-69C9-1686-C613-4404F62F73C8}"/>
              </a:ext>
            </a:extLst>
          </p:cNvPr>
          <p:cNvSpPr/>
          <p:nvPr/>
        </p:nvSpPr>
        <p:spPr>
          <a:xfrm>
            <a:off x="1115926" y="1054509"/>
            <a:ext cx="70261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postoji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povoljno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rešenje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za srednje CNC tržište.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30974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B7D83-2BF8-E388-FD9C-7DFE84B2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CEEF16-D558-C461-A439-FA9C6855C581}"/>
              </a:ext>
            </a:extLst>
          </p:cNvPr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952C12-B4FB-9E18-684A-8FA1554AD04C}"/>
              </a:ext>
            </a:extLst>
          </p:cNvPr>
          <p:cNvSpPr/>
          <p:nvPr/>
        </p:nvSpPr>
        <p:spPr>
          <a:xfrm>
            <a:off x="91440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NULLA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3C41CE5A-1A95-0DB7-3823-35AD22F9464D}"/>
              </a:ext>
            </a:extLst>
          </p:cNvPr>
          <p:cNvSpPr/>
          <p:nvPr/>
        </p:nvSpPr>
        <p:spPr>
          <a:xfrm>
            <a:off x="2743200" y="2741725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Hajde da zajedno zaštitimo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3B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mašine koje već imate.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814219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125</Words>
  <Application>Microsoft Office PowerPoint</Application>
  <PresentationFormat>On-screen Show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Maja Milovic</cp:lastModifiedBy>
  <cp:revision>4</cp:revision>
  <dcterms:created xsi:type="dcterms:W3CDTF">2026-06-02T19:41:24Z</dcterms:created>
  <dcterms:modified xsi:type="dcterms:W3CDTF">2026-06-02T20:08:45Z</dcterms:modified>
</cp:coreProperties>
</file>